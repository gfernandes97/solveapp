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8A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Análise de Gastos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4FF"/>
                </a:solidFill>
                <a:latin typeface="Calibri"/>
              </a:rPr>
              <a:t>Infraestrutura, Equipe, Projeções e 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v1.1.0  ·  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Fases e Custo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Evolução dos gastos ao longo do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4630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MVP Solo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0–6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R$400–1.600/mês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Fundador dev, infra mínima, sem equipe.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11430000" cy="14630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Lançamento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6–18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R$45.000–75.000/mês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9475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2–3 devs + designer + marketing inicial.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114300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18+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754879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R$103.000–211.000/mês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4067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5–8 pessoas + marketing acelerado.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Prestadores de Serviço — Infra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Opção recomendada, alternativas e custo estimado por componente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521440" cy="5120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307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Componente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3075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Prestador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3" y="1307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Por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1504" y="1307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3184" y="1307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Custo/mês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46504"/>
            <a:ext cx="11521440" cy="512064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8105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18105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Railway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3" y="18105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Deploy via Git, zero config, escala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1810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Render · Fly.io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3184" y="181051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R$60–150/mês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58568"/>
            <a:ext cx="11521440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3225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Banco de Dados (PostgreSQL)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23225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Railway Postgres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3" y="232257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Managed, backups diários, mesma rede do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3225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Neon · Supabase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2257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R$30–90/mês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70632"/>
            <a:ext cx="11521440" cy="512064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834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Cache &amp; Filas (Redis)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2834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Upstash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3" y="283464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Pay-per-request, free tier generoso, serverless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8346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Railway Redis · Redis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283464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R$0–60/mês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82696"/>
            <a:ext cx="11521440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3467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Frontend Web (Next.js)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33467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783" y="33467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Deploy automático, CDN global, preview por 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33467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Netlify · Cloudflare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334670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R$0–90/mês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94760"/>
            <a:ext cx="11521440" cy="512064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38587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Storage (arquivos/avatares)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3744" y="3858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Cloudflare R2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385876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Sem taxa de egress, S3-compatible, 10 GB 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3858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AWS S3 · Backblaze B2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3184" y="38587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R$0–30/mês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306824"/>
            <a:ext cx="11521440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43708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Open Finance (aggregator)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3744" y="4370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Pluggy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6783" y="4370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Melhor cobertura BR, SDK pronto, suporte rápido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1504" y="43708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Belvo · Quanto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3184" y="437083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R$800–1.500/mês*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818888"/>
            <a:ext cx="11521440" cy="512064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Gateway de Pagamento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23744" y="4882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Asaas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3" y="48828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Foco BR, PIX + cartão, menor burocracia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1504" y="48828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Stripe · Iugu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73184" y="488289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~3% por transação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330952"/>
            <a:ext cx="11521440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53949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E-mail Transacional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23744" y="5394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Resend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6783" y="539496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API moderna, 100 e-mails/dia grátis, React Email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1504" y="53949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SendGrid · Postmark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73184" y="539496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  <a:latin typeface="Calibri"/>
              </a:rPr>
              <a:t>R$0–80/mês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843016"/>
            <a:ext cx="11521440" cy="43891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907024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TOTAL INFRA (excl. Open Finance e Gateway)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59070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F172A"/>
                </a:solidFill>
                <a:latin typeface="Calibri"/>
              </a:rPr>
              <a:t>R$90–420/mês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345936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* Pluggy cobrado por conexão ativa/mês — custo só incide com usuários Open Finance ativos.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Faixas Salariais — Mercado Brasil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Valores CLT (salário × 1,8 = custo real)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24712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Salário (CLT)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Custo Real (×1,8)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Júnior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R$4.000–7.000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38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R$7.200–12.600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87168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Pleno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968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R$8.000–13.000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96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R$14.400–23.400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45536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55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Sênior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552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R$14.000–22.000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552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R$25.200–39.600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03904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UX/UI Designer Jr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R$3.500–6.000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R$6.300–10.800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62272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UX/UI Designer 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572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R$10.000–16.000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R$18.000–28.800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Product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2303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R$8.000–25.000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30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R$14.400–45.000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Multiplicador CLT 1,8× inclui: FGTS, férias, 13º, INSS patronal, vale-transporte, plano de saúde.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Análise de Break-even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Usuários pagantes vs. custo operacional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Usuários Pag.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Receita (R$25/mês)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Custo Estimado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430000" cy="10058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Calibri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R$12.500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R$12.500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65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Não sustentável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39"/>
            <a:ext cx="11430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79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717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R$50.000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717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R$35.000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Viável — fase solo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11430000" cy="10058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84FF"/>
                </a:solidFill>
                <a:latin typeface="Calibri"/>
              </a:rPr>
              <a:t>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R$125.000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R$75.000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4FF"/>
                </a:solidFill>
                <a:latin typeface="Calibri"/>
              </a:rPr>
              <a:t>Viável — time pequeno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59"/>
            <a:ext cx="11430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</a:rPr>
              <a:t>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R$250.000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R$150.000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Viável — time médio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Economia de Unidade (Unit Economics)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CAC · LTV · Payback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4846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CAC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Custo de Aquisição
de Cliente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R$30–80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Meta conservadora.
Org. reduz via conteúdo.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4846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LTV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Lifetime Value
(24–48 meses)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R$600–1.800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R$25/mês × 24–72 meses
de retenção média.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43200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LTV/CAC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Relação
LTV:CAC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8–22×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Acima de 3× é saudável.
Benchmark SaaS: 4–8×.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4846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Payback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Tempo de
Recuperação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1,5–4 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Muito eficiente.
Fluxo de caixa rápido.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Resumo Financeiro &amp; Recomendações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8A"/>
                </a:solidFill>
                <a:latin typeface="Calibri"/>
              </a:rPr>
              <a:t>Marcos Financeiros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MVP: R$400–1.600/mês (infra apenas)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Break-even: 2.000 usuários pagantes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Receita mínima viável: R$50.000/mês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Primeiro contrato: ~R$19,90 × 2.000 users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Escala (time 5-8): 5.000+ users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LTV/CAC target: &gt; 8×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5943600" cy="5029200"/>
          </a:xfrm>
          <a:prstGeom prst="rect">
            <a:avLst/>
          </a:prstGeom>
          <a:solidFill>
            <a:srgbClr val="05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8A"/>
                </a:solidFill>
                <a:latin typeface="Calibri"/>
              </a:rPr>
              <a:t>Recomendações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Iniciar solo para reduzir burn rate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Usar Railway no MVP (sem DevOps overhead)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Validar monetização antes de contratar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Manter CAC &lt; R$50 com conteúdo orgânico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Priorizar retenção (onboarding 90 dias)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Contratar 1º dev somente com 1.000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FinanceApp  ·  Análise de Gastos v1.1.0  ·  2026-05-11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