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8A"/>
                </a:solidFill>
                <a:latin typeface="Calibri"/>
              </a:rPr>
              <a:t>FinanceApp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Análise de Gastos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F4FF"/>
                </a:solidFill>
                <a:latin typeface="Calibri"/>
              </a:rPr>
              <a:t>Infraestrutura, Equipe, Projeções e Break-even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v1.0.0  ·  2026-05-10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Fases e Custo por Fase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Evolução dos gastos ao longo do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146304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MVP Solo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0–6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R$400–1.600/mês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Fundador dev, infra mínima, sem equipe.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11430000" cy="14630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Lançamento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6–18 meses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R$45.000–75.000/mês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794759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2–3 devs + designer + marketing inicial.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1143000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Escala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18+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754879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R$103.000–211.000/mês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440679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5–8 pessoas + marketing acelerado.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Custos de Infraestrutura — Fase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Railway como plataforma (zero DevOps)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881360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Componente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F172A"/>
                </a:solidFill>
                <a:latin typeface="Calibri"/>
              </a:rPr>
              <a:t>Custo/mês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10881360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92807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Backend (1 instância)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928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8A"/>
                </a:solidFill>
                <a:latin typeface="Calibri"/>
              </a:rPr>
              <a:t>R$60–150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1088136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00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PostgreSQL (banco de dados)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350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8A"/>
                </a:solidFill>
                <a:latin typeface="Calibri"/>
              </a:rPr>
              <a:t>R$30–90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10881360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072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Redis (cache/filas)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807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8A"/>
                </a:solidFill>
                <a:latin typeface="Calibri"/>
              </a:rPr>
              <a:t>R$30–60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1088136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644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Frontend (Vercel)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264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8A"/>
                </a:solidFill>
                <a:latin typeface="Calibri"/>
              </a:rPr>
              <a:t>R$0–90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10881360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216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Storage (Cloudflare R2)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7216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8A"/>
                </a:solidFill>
                <a:latin typeface="Calibri"/>
              </a:rPr>
              <a:t>R$0–30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10881360" cy="54864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879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TOTAL INFRAESTRUTURA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1879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Calibri"/>
              </a:rPr>
              <a:t>R$120–420/mês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92040"/>
            <a:ext cx="10881360" cy="12801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83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Custos variáveis por 1.000 usuários ativos:</a:t>
            </a:r>
          </a:p>
          <a:p>
            <a:pPr>
              <a:spcAft>
                <a:spcPts val="479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Pluggy (Open Finance): R$800–1.500/mês   • APIs de mercado: R$0–500/mês</a:t>
            </a:r>
          </a:p>
          <a:p>
            <a:pPr>
              <a:spcAft>
                <a:spcPts val="479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E-mail/notificações: R$0–150/mês   • Gateway pagamento: ~3% das transações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Faixas Salariais — Mercado Brasil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Valores CLT (salário × 1,8 = custo real)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247120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Cargo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17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Salário (CLT)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Custo Real (×1,8)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1247120" cy="6400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Dev Júnior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38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R$4.000–7.000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385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R$7.200–12.600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87168"/>
            <a:ext cx="1124712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968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Dev Pleno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968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R$8.000–13.000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968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R$14.400–23.400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45536"/>
            <a:ext cx="11247120" cy="6400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552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Dev Sênior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5526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R$14.000–22.000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552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R$25.200–39.600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03904"/>
            <a:ext cx="1124712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13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UX/UI Designer Jr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R$3.500–6.000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913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R$6.300–10.800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62272"/>
            <a:ext cx="11247120" cy="6400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UX/UI Designer Sr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572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R$10.000–16.000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R$18.000–28.800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1124712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303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Product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2303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R$8.000–25.000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2303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R$14.400–45.000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Multiplicador CLT 1,8× inclui: FGTS, férias, 13º, INSS patronal, vale-transporte, plano de saúde.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Análise de Break-even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Usuários pagantes vs. custo operacional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Usuários Pag.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Receita (R$25/mês)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Custo Estimado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1430000" cy="10058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Calibri"/>
              </a:rP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8A"/>
                </a:solidFill>
                <a:latin typeface="Calibri"/>
              </a:rPr>
              <a:t>R$12.500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Calibri"/>
              </a:rPr>
              <a:t>R$12.500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65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Calibri"/>
              </a:rPr>
              <a:t>Não sustentável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39"/>
            <a:ext cx="11430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79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97179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8A"/>
                </a:solidFill>
                <a:latin typeface="Calibri"/>
              </a:rPr>
              <a:t>R$50.000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7179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Calibri"/>
              </a:rPr>
              <a:t>R$35.000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Viável — fase solo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11430000" cy="10058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84FF"/>
                </a:solidFill>
                <a:latin typeface="Calibri"/>
              </a:rPr>
              <a:t>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8A"/>
                </a:solidFill>
                <a:latin typeface="Calibri"/>
              </a:rPr>
              <a:t>R$125.000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Calibri"/>
              </a:rPr>
              <a:t>R$75.000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069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4FF"/>
                </a:solidFill>
                <a:latin typeface="Calibri"/>
              </a:rPr>
              <a:t>Viável — time pequeno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37759"/>
            <a:ext cx="11430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Calibri"/>
              </a:rPr>
              <a:t>10,000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074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D48A"/>
                </a:solidFill>
                <a:latin typeface="Calibri"/>
              </a:rPr>
              <a:t>R$250.000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074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Calibri"/>
              </a:rPr>
              <a:t>R$150.000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120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Viável — time médio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Economia de Unidade (Unit Economics)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CAC · LTV · Payback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4846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CAC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Custo de Aquisição
de Cliente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R$30–80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Meta conservadora.
Org. reduz via conteúdo.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43200" cy="4846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LTV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Lifetime Value
(24–48 meses)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926080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R$600–1.800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R$25/mês × 24–72 meses
de retenção média.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743200" cy="4846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LTV/CAC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Relação
LTV:CAC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8–22×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Acima de 3× é saudável.
Benchmark SaaS: 4–8×.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4846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Calibri"/>
              </a:rPr>
              <a:t>Payback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48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Tempo de
Recuperação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926080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1,5–4 meses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Muito eficiente.
Fluxo de caixa rápido.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Resumo Financeiro &amp; Recomendações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8A"/>
                </a:solidFill>
                <a:latin typeface="Calibri"/>
              </a:rPr>
              <a:t>Marcos Financeiros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MVP: R$400–1.600/mês (infra apenas)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Break-even: 2.000 usuários pagantes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Receita mínima viável: R$50.000/mês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Primeiro contrato: ~R$19,90 × 2.000 users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Escala (time 5-8): 5.000+ users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• LTV/CAC target: &gt; 8×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80160"/>
            <a:ext cx="5943600" cy="5029200"/>
          </a:xfrm>
          <a:prstGeom prst="rect">
            <a:avLst/>
          </a:prstGeom>
          <a:solidFill>
            <a:srgbClr val="05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8A"/>
                </a:solidFill>
                <a:latin typeface="Calibri"/>
              </a:rPr>
              <a:t>Recomendações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Iniciar solo para reduzir burn rate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Usar Railway no MVP (sem DevOps overhead)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Validar monetização antes de contratar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Manter CAC &lt; R$50 com conteúdo orgânico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Priorizar retenção (onboarding 90 dias)</a:t>
            </a:r>
          </a:p>
          <a:p>
            <a:pPr>
              <a:spcAft>
                <a:spcPts val="715"/>
              </a:spcAft>
            </a:pPr>
            <a:r>
              <a:rPr sz="1300" b="0">
                <a:solidFill>
                  <a:srgbClr val="F0F4FF"/>
                </a:solidFill>
                <a:latin typeface="Calibri"/>
              </a:rPr>
              <a:t>✔ Contratar 1º dev somente com 1.000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FinanceApp  ·  Análise de Gastos v1.0.0  ·  2026-05-10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